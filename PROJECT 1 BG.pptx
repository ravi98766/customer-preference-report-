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6C7C-7C36-4159-85FE-CC4FEC25E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F27A5-97AE-471A-AF1D-308C9EDB2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CAA46-615F-4E66-BD90-7DCB0335C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4316-9103-42E9-9486-0D534430BB6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A3598-46B2-4ACA-88C9-9CEC0307C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B00D4-699E-4711-9313-613776257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35AF-D746-466F-A518-372EAB75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37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44CE-B85A-4C4A-9A87-8AED350D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06DD5-BB5E-466E-A818-A40524107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B65E9-3152-4443-BA52-CEB09C98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4316-9103-42E9-9486-0D534430BB6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5AF2E-D3B9-4645-B870-C95DA5A82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C8122-A491-4647-A780-6784C8BCE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35AF-D746-466F-A518-372EAB75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0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929C-AEF9-464E-8D71-84848A563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24D5D-8B91-4937-83A6-A18406296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880E0-5A0C-4F1A-A374-E2AE9CDB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4316-9103-42E9-9486-0D534430BB6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A197D-1D0F-4A90-9D94-E73A542D1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B735D-5D70-4772-97AD-64B052DC7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35AF-D746-466F-A518-372EAB75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0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B43C6-9E49-46F2-8387-63772F7D7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34A09-D6FD-46B3-B5D7-DB84ACF79E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01DABB-B97D-450E-9585-1BD8EC20D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3C983-4871-46E4-8813-F228CED5E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4316-9103-42E9-9486-0D534430BB6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62575-4BF5-4EE5-81DA-EEC9473C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B054E-898E-4396-B055-A3263605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35AF-D746-466F-A518-372EAB75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86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786CF-BDF3-4868-A524-ADA0F6A6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5C1EB-2382-456F-9214-4D3E0E7B6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AEE8-F263-49E9-AFC9-1D5DDB538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4BCF6-7DC5-4CA3-9CD0-9D89BE5FC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2D8A50-648D-4820-8485-3B5B49375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03EF4-51A7-4F00-BC1A-FA138D95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4316-9103-42E9-9486-0D534430BB6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219824-A54C-4142-B0FD-122EFF0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65AA9F-CCDB-43BD-B15B-C85F1465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35AF-D746-466F-A518-372EAB75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10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8C25-0642-4548-90FC-4A9CC7D03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37E34-A227-4C4C-BF55-BED92EB5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4316-9103-42E9-9486-0D534430BB6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10862-6097-48D9-92A2-490754610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42B89-04DC-44A1-9614-C3A1669FB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35AF-D746-466F-A518-372EAB75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8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54319D-3001-4005-B7DB-2704FCA0A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4316-9103-42E9-9486-0D534430BB6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7B30D2-91CC-47EB-A598-39E5CE22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D31D8-461E-46FC-91C9-1CB152C0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35AF-D746-466F-A518-372EAB75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71DD4-3011-4373-8AC5-9F4F23B6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DE7BB-DC74-44A7-8259-52D2E9130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5E37F-7D7E-497E-AF92-4128E4A38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93E70-4C87-4943-9C90-1706D97C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4316-9103-42E9-9486-0D534430BB6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0E7DF-6684-4B6A-9B48-C549FFD4A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EC4F3-AFBB-40A2-A40C-2DB88DD20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35AF-D746-466F-A518-372EAB75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69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BD9C-3893-4549-869F-A749E59E7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F7CF59-AF2F-4963-8C53-B33B31DED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86F57-523A-4B2B-A005-8577314E6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DE228-75BD-4013-B225-327CC2DBD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4316-9103-42E9-9486-0D534430BB6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06B66-A127-4A63-997F-4CC3CB18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187BD-5C32-42E2-9B5F-295DE197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35AF-D746-466F-A518-372EAB75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81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77BA-687F-45EF-A859-B286BA1B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FB676-B75D-4EEE-8E26-1BB2A1F49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019A1-C5ED-4206-AB7A-55BA82738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4316-9103-42E9-9486-0D534430BB6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44733-9DEF-4656-96D9-E397AD0C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1235A-2514-45EE-A110-715D588BC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35AF-D746-466F-A518-372EAB75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6764A-BD47-4C21-BB77-B3D42277E8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70B6AE-4A0F-4BDB-82B0-E3F6110DF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F1049-921C-43E3-A587-16FF1ABB0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4316-9103-42E9-9486-0D534430BB6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BB0B8-15F8-4A2B-BEC6-DB9F67841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D450B-78AD-4999-BBA8-37DA05B5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35AF-D746-466F-A518-372EAB75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518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958F22-60D1-4CB5-A4C2-9037BD6BB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82385-5F46-450C-AF4D-3512F469B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13E94-36AF-42FF-BC0F-F75DB2FF2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E4316-9103-42E9-9486-0D534430BB6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8235C-CDF6-41EC-A09A-97CC0C285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AFAB5-5BD5-4C28-A623-54926060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935AF-D746-466F-A518-372EAB75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5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4">
                <a:lumMod val="75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rgbClr val="FFC000"/>
            </a:gs>
            <a:gs pos="83000">
              <a:schemeClr val="accent4">
                <a:lumMod val="75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B8C552-DE19-4715-ABA0-99875A53D8BE}"/>
              </a:ext>
            </a:extLst>
          </p:cNvPr>
          <p:cNvSpPr/>
          <p:nvPr/>
        </p:nvSpPr>
        <p:spPr>
          <a:xfrm>
            <a:off x="351182" y="661182"/>
            <a:ext cx="11489635" cy="6001348"/>
          </a:xfrm>
          <a:prstGeom prst="roundRect">
            <a:avLst>
              <a:gd name="adj" fmla="val 4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E342CC-4D9D-40D0-BF48-506C2EBE1275}"/>
              </a:ext>
            </a:extLst>
          </p:cNvPr>
          <p:cNvSpPr/>
          <p:nvPr/>
        </p:nvSpPr>
        <p:spPr>
          <a:xfrm>
            <a:off x="618978" y="787790"/>
            <a:ext cx="3207433" cy="2641210"/>
          </a:xfrm>
          <a:prstGeom prst="roundRect">
            <a:avLst>
              <a:gd name="adj" fmla="val 389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2FA9A0-6A34-4222-BDD5-BAF38E8D5087}"/>
              </a:ext>
            </a:extLst>
          </p:cNvPr>
          <p:cNvSpPr/>
          <p:nvPr/>
        </p:nvSpPr>
        <p:spPr>
          <a:xfrm>
            <a:off x="618978" y="3496471"/>
            <a:ext cx="3207434" cy="3098585"/>
          </a:xfrm>
          <a:prstGeom prst="roundRect">
            <a:avLst>
              <a:gd name="adj" fmla="val 56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60A07F-2C32-45E4-A7AF-7B12F460CF4D}"/>
              </a:ext>
            </a:extLst>
          </p:cNvPr>
          <p:cNvSpPr/>
          <p:nvPr/>
        </p:nvSpPr>
        <p:spPr>
          <a:xfrm>
            <a:off x="3927232" y="787790"/>
            <a:ext cx="2783058" cy="5807265"/>
          </a:xfrm>
          <a:prstGeom prst="roundRect">
            <a:avLst>
              <a:gd name="adj" fmla="val 44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AEA508-8246-49DF-86CA-0C35A31A0069}"/>
              </a:ext>
            </a:extLst>
          </p:cNvPr>
          <p:cNvSpPr/>
          <p:nvPr/>
        </p:nvSpPr>
        <p:spPr>
          <a:xfrm>
            <a:off x="6811110" y="787790"/>
            <a:ext cx="4862732" cy="3404382"/>
          </a:xfrm>
          <a:prstGeom prst="roundRect">
            <a:avLst>
              <a:gd name="adj" fmla="val 44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7E27A06-11BA-45FD-BF5E-4C552CBEDE5D}"/>
              </a:ext>
            </a:extLst>
          </p:cNvPr>
          <p:cNvSpPr/>
          <p:nvPr/>
        </p:nvSpPr>
        <p:spPr>
          <a:xfrm>
            <a:off x="6798874" y="4259642"/>
            <a:ext cx="2318822" cy="2325445"/>
          </a:xfrm>
          <a:prstGeom prst="roundRect">
            <a:avLst>
              <a:gd name="adj" fmla="val 44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03581DF-DC2D-488A-9C54-4D0702424FBF}"/>
              </a:ext>
            </a:extLst>
          </p:cNvPr>
          <p:cNvSpPr/>
          <p:nvPr/>
        </p:nvSpPr>
        <p:spPr>
          <a:xfrm>
            <a:off x="9242476" y="4259643"/>
            <a:ext cx="2461844" cy="2325445"/>
          </a:xfrm>
          <a:prstGeom prst="roundRect">
            <a:avLst>
              <a:gd name="adj" fmla="val 44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9A8588-63F0-4128-A6DB-BDD53B6887E9}"/>
              </a:ext>
            </a:extLst>
          </p:cNvPr>
          <p:cNvSpPr/>
          <p:nvPr/>
        </p:nvSpPr>
        <p:spPr>
          <a:xfrm>
            <a:off x="815007" y="987603"/>
            <a:ext cx="704303" cy="74272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BFCAC6-86E3-441E-AA24-4C284DB9ADFE}"/>
              </a:ext>
            </a:extLst>
          </p:cNvPr>
          <p:cNvSpPr/>
          <p:nvPr/>
        </p:nvSpPr>
        <p:spPr>
          <a:xfrm>
            <a:off x="815006" y="2208301"/>
            <a:ext cx="760576" cy="74272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CBDFF1-1AD7-40C0-AE92-8FF28B5FC541}"/>
              </a:ext>
            </a:extLst>
          </p:cNvPr>
          <p:cNvSpPr/>
          <p:nvPr/>
        </p:nvSpPr>
        <p:spPr>
          <a:xfrm>
            <a:off x="9331060" y="4459460"/>
            <a:ext cx="741408" cy="8862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1F0C9E-2B1C-45F6-BC2F-1752DFC52B73}"/>
              </a:ext>
            </a:extLst>
          </p:cNvPr>
          <p:cNvSpPr/>
          <p:nvPr/>
        </p:nvSpPr>
        <p:spPr>
          <a:xfrm>
            <a:off x="9331060" y="5522274"/>
            <a:ext cx="741408" cy="8862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57F85E-ACD1-4DA6-A50A-BA7B34396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203" y="4529798"/>
            <a:ext cx="675122" cy="745586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C104C62-D50A-4B41-90F6-62D1ED3B2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036" y="5595716"/>
            <a:ext cx="718432" cy="7184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9CB1168-F77D-45D4-97A2-3C131AF722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355" y="2208301"/>
            <a:ext cx="613878" cy="61387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E8A8DDC-1093-4976-B5B2-44D1855B9F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938964" y="1102634"/>
            <a:ext cx="512660" cy="51266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735ECBA-CA4A-4092-97E8-456479654198}"/>
              </a:ext>
            </a:extLst>
          </p:cNvPr>
          <p:cNvSpPr txBox="1"/>
          <p:nvPr/>
        </p:nvSpPr>
        <p:spPr>
          <a:xfrm>
            <a:off x="1828800" y="92682"/>
            <a:ext cx="9495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-150" dirty="0"/>
              <a:t>CUSTOMER PERFORMANCE DASHBOARD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CD95BD1-5293-4CCD-B40D-0D0DD5F7EB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94" y="72822"/>
            <a:ext cx="613878" cy="59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97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 Pratap Singh [MBA - 2024]</dc:creator>
  <cp:lastModifiedBy>Ravi Pratap Singh [MBA - 2024]</cp:lastModifiedBy>
  <cp:revision>5</cp:revision>
  <dcterms:created xsi:type="dcterms:W3CDTF">2026-01-26T17:39:03Z</dcterms:created>
  <dcterms:modified xsi:type="dcterms:W3CDTF">2026-01-26T18:08:49Z</dcterms:modified>
</cp:coreProperties>
</file>